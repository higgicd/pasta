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4"/>
    <p:restoredTop sz="94752"/>
  </p:normalViewPr>
  <p:slideViewPr>
    <p:cSldViewPr snapToGrid="0" showGuides="1">
      <p:cViewPr>
        <p:scale>
          <a:sx n="122" d="100"/>
          <a:sy n="122" d="100"/>
        </p:scale>
        <p:origin x="-392" y="-176"/>
      </p:cViewPr>
      <p:guideLst>
        <p:guide orient="horz" pos="22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C2FF-CB27-8DC7-02BF-AD55E3AD8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6E752-25B7-3402-8650-A5E10E2BD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8AAE6-4174-2462-FAB7-BECB95F8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821F-ABC2-675A-2B2F-DBC841A8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D0F6C-71E5-239B-51EA-3D0BA239B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74BA-5F61-0AF7-7769-DF682211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7293-2838-FA00-B972-D52FD381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20056-7F83-EB31-549A-D103207A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3FD16-EE4A-8A14-6F3A-8B164FD7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F4B2-5A84-7762-9046-A6639B5F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4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2F6B-326E-C114-E621-2CD7179F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6FED9-6143-F3FF-26A7-221485C49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59BEF-E772-0220-FCE3-159E0A9CA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4E66F-2C19-C2CB-3D35-4B3331E2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7C7A4-E884-989B-9957-4FB36F56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14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44B9-F59D-B821-A454-3B042D02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6549-49E2-373D-F5D9-234AEF0B8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5557B-81E4-9514-5949-496EE8C41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DD0D-BF76-70AD-3272-086C8726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5693C-9668-1D4D-D823-2FA66F03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BEC31-0FF2-EF16-6D5B-DE452614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2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2E14-F1F9-F2A0-34A4-FDA3F083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A9501-6F34-9886-42CE-F61BC4A35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FAE1C-F24D-9547-0503-57C10AB75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0D31C-8938-82B0-1DD8-80E01628D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56BBB-EBFB-5525-1CC8-43C60AAE9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7E4457-3AD7-51FC-883E-B59B5CA6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CE423-A438-6A96-25D3-E80FD2DF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CF6C7-7FBE-F4D4-16ED-14FE475E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9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5593-37ED-2D76-D055-2BEB9EDA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50A36-3761-6D82-F8C8-02BC9231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77B9F-F954-4E22-4E03-827A01D3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AD2CB-8BD0-9BA0-6623-543BB487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5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50B63-3535-4A41-84B8-E35D6202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1FA89-7935-385A-9658-F4A0661F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E639E-DFCC-3BFF-6BD8-6A6944BB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6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80B0-6BA9-B6D1-ED9F-739AA073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642E-F063-D954-2EC3-43402666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636DE-F822-92FC-4473-5F03D0B5F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BFFB7-EC36-757C-8FB9-395BB792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34B71-FAAB-DF95-F238-9829DC09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6AEA-9287-EAE7-0CAC-1BF6CD69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9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26B7-A955-02FB-9913-1C6933C3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57365-116E-A221-755D-F5FC945E2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5A8B5-CCAA-27D1-8C20-D6F4CD347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F7F25-CAAE-AA0F-59B1-01C5B8B8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7F3B1-19EC-64BF-D725-212E6004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8FB00-05BC-7857-F121-08EB361B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3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BA8B-1087-869B-D4A2-FFB51C7E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71F5A-2FF0-3609-2113-C516348B8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8D076-2FBE-F754-83D8-EFA8E30EE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D7FFC-5DA6-C7D5-6BCB-1672C6C9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F0A42-A138-F6BB-2CB1-43BDDDC8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14D84-23A7-1EDF-D3B9-78649CFA4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A4768-1CFA-554E-277C-82FD5C550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43319-4C5C-88E9-ED07-31AAE9F2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D53C3-3816-FC48-ECD4-BD6A0F65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85F0-2DDF-9EDD-4E62-835B44F8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8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AEB4D-65BB-0631-94CC-7AE07949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266C0-2D02-51BA-9E22-DACA3351B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7CE7-3495-605F-8906-01E8FA10D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DE1B0-F311-3B49-93C6-D172C538351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13027-B390-EB62-5E27-A688C87D8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AB455-35C9-D030-0271-FA96C7503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C4ACF-B773-924C-A1F1-C3B551B62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1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B3585C0-F23E-900E-AF08-1D46A01B21EE}"/>
              </a:ext>
            </a:extLst>
          </p:cNvPr>
          <p:cNvCxnSpPr>
            <a:cxnSpLocks/>
          </p:cNvCxnSpPr>
          <p:nvPr/>
        </p:nvCxnSpPr>
        <p:spPr>
          <a:xfrm flipV="1">
            <a:off x="6106507" y="1030014"/>
            <a:ext cx="0" cy="53602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10D8C9D-3FE3-DA31-C69D-58DA812D08E0}"/>
              </a:ext>
            </a:extLst>
          </p:cNvPr>
          <p:cNvCxnSpPr/>
          <p:nvPr/>
        </p:nvCxnSpPr>
        <p:spPr>
          <a:xfrm>
            <a:off x="2848300" y="3573463"/>
            <a:ext cx="619059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Up Arrow 150">
            <a:extLst>
              <a:ext uri="{FF2B5EF4-FFF2-40B4-BE49-F238E27FC236}">
                <a16:creationId xmlns:a16="http://schemas.microsoft.com/office/drawing/2014/main" id="{FE343473-50E3-12A1-6450-1EB79D8088F6}"/>
              </a:ext>
            </a:extLst>
          </p:cNvPr>
          <p:cNvSpPr/>
          <p:nvPr/>
        </p:nvSpPr>
        <p:spPr>
          <a:xfrm rot="2700000">
            <a:off x="5939325" y="1729065"/>
            <a:ext cx="220717" cy="379423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Up Arrow 149">
            <a:extLst>
              <a:ext uri="{FF2B5EF4-FFF2-40B4-BE49-F238E27FC236}">
                <a16:creationId xmlns:a16="http://schemas.microsoft.com/office/drawing/2014/main" id="{211C3A88-8562-8C38-E785-41DC5C906F28}"/>
              </a:ext>
            </a:extLst>
          </p:cNvPr>
          <p:cNvSpPr/>
          <p:nvPr/>
        </p:nvSpPr>
        <p:spPr>
          <a:xfrm rot="8218609">
            <a:off x="6169570" y="1692166"/>
            <a:ext cx="220717" cy="379423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18C273-EE15-76E3-4A39-F50551DBD47C}"/>
              </a:ext>
            </a:extLst>
          </p:cNvPr>
          <p:cNvSpPr/>
          <p:nvPr/>
        </p:nvSpPr>
        <p:spPr>
          <a:xfrm>
            <a:off x="3629527" y="719766"/>
            <a:ext cx="2152186" cy="21521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DD8F1-A7EB-DE12-62D0-57DC5BC6D24C}"/>
              </a:ext>
            </a:extLst>
          </p:cNvPr>
          <p:cNvSpPr txBox="1"/>
          <p:nvPr/>
        </p:nvSpPr>
        <p:spPr>
          <a:xfrm>
            <a:off x="3986366" y="853578"/>
            <a:ext cx="134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Spatial movement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A99DB1-6642-1359-034A-C9D40997A97B}"/>
              </a:ext>
            </a:extLst>
          </p:cNvPr>
          <p:cNvSpPr/>
          <p:nvPr/>
        </p:nvSpPr>
        <p:spPr>
          <a:xfrm>
            <a:off x="6514263" y="719766"/>
            <a:ext cx="2152186" cy="21521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BF48C9-2FC2-26F8-7307-83398D2C42F3}"/>
              </a:ext>
            </a:extLst>
          </p:cNvPr>
          <p:cNvSpPr txBox="1"/>
          <p:nvPr/>
        </p:nvSpPr>
        <p:spPr>
          <a:xfrm>
            <a:off x="6871102" y="853578"/>
            <a:ext cx="134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Activity organization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31827A-2C08-0775-D917-D5B5255967D3}"/>
              </a:ext>
            </a:extLst>
          </p:cNvPr>
          <p:cNvGrpSpPr/>
          <p:nvPr/>
        </p:nvGrpSpPr>
        <p:grpSpPr>
          <a:xfrm>
            <a:off x="4134878" y="1652414"/>
            <a:ext cx="1037401" cy="617183"/>
            <a:chOff x="3936380" y="2230244"/>
            <a:chExt cx="1298639" cy="7726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023AFC4-4491-FC34-227B-BC0C322442B4}"/>
                </a:ext>
              </a:extLst>
            </p:cNvPr>
            <p:cNvCxnSpPr/>
            <p:nvPr/>
          </p:nvCxnSpPr>
          <p:spPr>
            <a:xfrm flipV="1">
              <a:off x="3936380" y="2230244"/>
              <a:ext cx="423747" cy="446049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DE97D9-EE87-CD3F-F3AA-C16C9BF0AE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5771" y="2235889"/>
              <a:ext cx="290896" cy="766955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74A087-21C9-30E6-CB99-84B7B9106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9754" y="2500488"/>
              <a:ext cx="315265" cy="123489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5EAE55-4316-CD61-0051-93795F20FC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667" y="2624667"/>
              <a:ext cx="270933" cy="378178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1AE94B-DB8C-DD8E-FF73-666DAA0671BC}"/>
              </a:ext>
            </a:extLst>
          </p:cNvPr>
          <p:cNvGrpSpPr/>
          <p:nvPr/>
        </p:nvGrpSpPr>
        <p:grpSpPr>
          <a:xfrm rot="17951383">
            <a:off x="4190297" y="1721687"/>
            <a:ext cx="1037401" cy="617183"/>
            <a:chOff x="3936380" y="2230244"/>
            <a:chExt cx="1298639" cy="7726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F597B42-8B29-23CE-DED1-C1874FCD0070}"/>
                </a:ext>
              </a:extLst>
            </p:cNvPr>
            <p:cNvCxnSpPr/>
            <p:nvPr/>
          </p:nvCxnSpPr>
          <p:spPr>
            <a:xfrm flipV="1">
              <a:off x="3936380" y="2230244"/>
              <a:ext cx="423747" cy="446049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6AB31BF-9AA0-44C0-9D00-339B834ECE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5771" y="2235889"/>
              <a:ext cx="290896" cy="766955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9D1598-EB34-59C7-6CDB-E4B08D4711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9754" y="2500488"/>
              <a:ext cx="315265" cy="123489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31EF9C7-EDAD-E703-8489-528C3C341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667" y="2624667"/>
              <a:ext cx="270933" cy="378178"/>
            </a:xfrm>
            <a:prstGeom prst="line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7EBACDE8-6413-205C-E7D5-470885B3D7DB}"/>
              </a:ext>
            </a:extLst>
          </p:cNvPr>
          <p:cNvSpPr/>
          <p:nvPr/>
        </p:nvSpPr>
        <p:spPr>
          <a:xfrm>
            <a:off x="6514263" y="4114489"/>
            <a:ext cx="2152186" cy="21521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36D669-3F29-A6CC-BF17-3228E4554D0B}"/>
              </a:ext>
            </a:extLst>
          </p:cNvPr>
          <p:cNvSpPr txBox="1"/>
          <p:nvPr/>
        </p:nvSpPr>
        <p:spPr>
          <a:xfrm>
            <a:off x="6871102" y="4248301"/>
            <a:ext cx="134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schedules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79FA4CC-AD6A-2827-5286-9E3FC983EE70}"/>
              </a:ext>
            </a:extLst>
          </p:cNvPr>
          <p:cNvGrpSpPr/>
          <p:nvPr/>
        </p:nvGrpSpPr>
        <p:grpSpPr>
          <a:xfrm>
            <a:off x="10223311" y="1715571"/>
            <a:ext cx="1917222" cy="1136582"/>
            <a:chOff x="6429076" y="1988841"/>
            <a:chExt cx="1917222" cy="1136582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733D595-2497-7077-1F09-59FDCAF4784F}"/>
                </a:ext>
              </a:extLst>
            </p:cNvPr>
            <p:cNvSpPr txBox="1"/>
            <p:nvPr/>
          </p:nvSpPr>
          <p:spPr>
            <a:xfrm>
              <a:off x="6862669" y="2894591"/>
              <a:ext cx="8611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Age of people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1CAB13E-022E-D0A2-4C88-02E601E4E327}"/>
                </a:ext>
              </a:extLst>
            </p:cNvPr>
            <p:cNvSpPr/>
            <p:nvPr/>
          </p:nvSpPr>
          <p:spPr>
            <a:xfrm>
              <a:off x="6802114" y="2216360"/>
              <a:ext cx="472339" cy="181669"/>
            </a:xfrm>
            <a:prstGeom prst="rect">
              <a:avLst/>
            </a:prstGeom>
            <a:solidFill>
              <a:srgbClr val="BFBFB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D80A81-5190-F4F4-C035-17FD698E0716}"/>
                </a:ext>
              </a:extLst>
            </p:cNvPr>
            <p:cNvSpPr/>
            <p:nvPr/>
          </p:nvSpPr>
          <p:spPr>
            <a:xfrm>
              <a:off x="6799818" y="2209800"/>
              <a:ext cx="1503218" cy="713509"/>
            </a:xfrm>
            <a:prstGeom prst="rect">
              <a:avLst/>
            </a:prstGeom>
            <a:noFill/>
            <a:ln w="952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86CCB27-7BC8-14B1-2735-7AD9271B9304}"/>
                </a:ext>
              </a:extLst>
            </p:cNvPr>
            <p:cNvGrpSpPr/>
            <p:nvPr/>
          </p:nvGrpSpPr>
          <p:grpSpPr>
            <a:xfrm>
              <a:off x="6806746" y="2304547"/>
              <a:ext cx="1500043" cy="99440"/>
              <a:chOff x="6726382" y="2304547"/>
              <a:chExt cx="1500043" cy="99440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0A5E202-7559-E84E-F0D5-DFCCF73315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0284" y="2313955"/>
                <a:ext cx="0" cy="67295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D6D3076-C581-DEEC-C8C4-FBB3690C7E63}"/>
                  </a:ext>
                </a:extLst>
              </p:cNvPr>
              <p:cNvCxnSpPr/>
              <p:nvPr/>
            </p:nvCxnSpPr>
            <p:spPr>
              <a:xfrm>
                <a:off x="6726382" y="2396277"/>
                <a:ext cx="477982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2BE13B8-8A4A-8715-30D3-745DAA93C4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7884" y="2304547"/>
                <a:ext cx="0" cy="9944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127E9A1-16B2-9027-D1D6-6AA35E8640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4555" y="2315697"/>
                <a:ext cx="599968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376DAE5-F8EF-EBAE-129D-A6C7B7033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86737" y="2379613"/>
                <a:ext cx="439688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0DEA33A-8937-EC92-B63A-8B58BC61ED3A}"/>
                </a:ext>
              </a:extLst>
            </p:cNvPr>
            <p:cNvGrpSpPr/>
            <p:nvPr/>
          </p:nvGrpSpPr>
          <p:grpSpPr>
            <a:xfrm rot="10800000">
              <a:off x="6806746" y="2720472"/>
              <a:ext cx="1500043" cy="99440"/>
              <a:chOff x="6726382" y="2304547"/>
              <a:chExt cx="1500043" cy="99440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7F24230-E19C-1B54-AB25-5E608F089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0284" y="2313955"/>
                <a:ext cx="0" cy="67295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C9F8D6E-07B5-A708-C188-F578ADB044F2}"/>
                  </a:ext>
                </a:extLst>
              </p:cNvPr>
              <p:cNvCxnSpPr/>
              <p:nvPr/>
            </p:nvCxnSpPr>
            <p:spPr>
              <a:xfrm>
                <a:off x="6726382" y="2396277"/>
                <a:ext cx="477982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E304188-4430-AEB4-1043-347195699F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7884" y="2304547"/>
                <a:ext cx="0" cy="9944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C55FF54-3CA4-D554-8753-06D937204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4555" y="2315697"/>
                <a:ext cx="599968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210FFCD-9EF4-D3FE-3808-18558BFC00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86737" y="2379613"/>
                <a:ext cx="439688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AE7326-798F-EE58-697E-1D627E84185A}"/>
                </a:ext>
              </a:extLst>
            </p:cNvPr>
            <p:cNvSpPr txBox="1"/>
            <p:nvPr/>
          </p:nvSpPr>
          <p:spPr>
            <a:xfrm>
              <a:off x="6479933" y="2767423"/>
              <a:ext cx="40107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0:00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CB85C66-5682-7DDB-EA4B-9CF52B523E61}"/>
                </a:ext>
              </a:extLst>
            </p:cNvPr>
            <p:cNvSpPr txBox="1"/>
            <p:nvPr/>
          </p:nvSpPr>
          <p:spPr>
            <a:xfrm>
              <a:off x="6429076" y="2439056"/>
              <a:ext cx="46198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12:00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2024D14-5392-8F25-07FD-816155439F72}"/>
                </a:ext>
              </a:extLst>
            </p:cNvPr>
            <p:cNvSpPr txBox="1"/>
            <p:nvPr/>
          </p:nvSpPr>
          <p:spPr>
            <a:xfrm>
              <a:off x="6441188" y="2132856"/>
              <a:ext cx="46198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24:00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A3C3F29-EE67-86CC-4F08-19E9A4C137D8}"/>
                </a:ext>
              </a:extLst>
            </p:cNvPr>
            <p:cNvSpPr/>
            <p:nvPr/>
          </p:nvSpPr>
          <p:spPr>
            <a:xfrm>
              <a:off x="7881654" y="2204865"/>
              <a:ext cx="416200" cy="174998"/>
            </a:xfrm>
            <a:prstGeom prst="rect">
              <a:avLst/>
            </a:prstGeom>
            <a:solidFill>
              <a:srgbClr val="BFBFB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C4EC176-C1DF-63DC-AFE1-67EC81F2515F}"/>
                </a:ext>
              </a:extLst>
            </p:cNvPr>
            <p:cNvSpPr/>
            <p:nvPr/>
          </p:nvSpPr>
          <p:spPr>
            <a:xfrm>
              <a:off x="7268396" y="2204864"/>
              <a:ext cx="611619" cy="102331"/>
            </a:xfrm>
            <a:prstGeom prst="rect">
              <a:avLst/>
            </a:prstGeom>
            <a:solidFill>
              <a:srgbClr val="BFBFB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B847296-7ED1-5ED4-150D-31941EFAB036}"/>
                </a:ext>
              </a:extLst>
            </p:cNvPr>
            <p:cNvSpPr/>
            <p:nvPr/>
          </p:nvSpPr>
          <p:spPr>
            <a:xfrm>
              <a:off x="6809179" y="2738153"/>
              <a:ext cx="434995" cy="181669"/>
            </a:xfrm>
            <a:prstGeom prst="rect">
              <a:avLst/>
            </a:prstGeom>
            <a:solidFill>
              <a:srgbClr val="BFBFB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2109C3-FA80-CA97-C1BD-D9E2CEC7550B}"/>
                </a:ext>
              </a:extLst>
            </p:cNvPr>
            <p:cNvSpPr/>
            <p:nvPr/>
          </p:nvSpPr>
          <p:spPr>
            <a:xfrm>
              <a:off x="7849737" y="2732713"/>
              <a:ext cx="454171" cy="192155"/>
            </a:xfrm>
            <a:prstGeom prst="rect">
              <a:avLst/>
            </a:prstGeom>
            <a:solidFill>
              <a:srgbClr val="BFBFB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BBCA04A-C39A-60CB-36CE-FA5CD5E054D7}"/>
                </a:ext>
              </a:extLst>
            </p:cNvPr>
            <p:cNvSpPr/>
            <p:nvPr/>
          </p:nvSpPr>
          <p:spPr>
            <a:xfrm>
              <a:off x="7245184" y="2811435"/>
              <a:ext cx="598498" cy="119490"/>
            </a:xfrm>
            <a:prstGeom prst="rect">
              <a:avLst/>
            </a:prstGeom>
            <a:solidFill>
              <a:srgbClr val="BFBFB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7372DAE-F21E-FCD4-F187-2EDCC1532BB3}"/>
                </a:ext>
              </a:extLst>
            </p:cNvPr>
            <p:cNvSpPr txBox="1"/>
            <p:nvPr/>
          </p:nvSpPr>
          <p:spPr>
            <a:xfrm>
              <a:off x="7183617" y="2434363"/>
              <a:ext cx="79861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Waking time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3DAF621-31E6-DFB3-7583-7D4CB17FE056}"/>
                </a:ext>
              </a:extLst>
            </p:cNvPr>
            <p:cNvSpPr txBox="1"/>
            <p:nvPr/>
          </p:nvSpPr>
          <p:spPr>
            <a:xfrm>
              <a:off x="7482521" y="2750650"/>
              <a:ext cx="8034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Resting time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858C5DC-C0F3-64FE-5D97-59C63C9C8FC1}"/>
                </a:ext>
              </a:extLst>
            </p:cNvPr>
            <p:cNvCxnSpPr/>
            <p:nvPr/>
          </p:nvCxnSpPr>
          <p:spPr>
            <a:xfrm>
              <a:off x="6808168" y="2924869"/>
              <a:ext cx="15381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20BF38A-4467-4BF1-DED9-5AE430B6519F}"/>
                </a:ext>
              </a:extLst>
            </p:cNvPr>
            <p:cNvSpPr txBox="1"/>
            <p:nvPr/>
          </p:nvSpPr>
          <p:spPr>
            <a:xfrm>
              <a:off x="6455809" y="1988841"/>
              <a:ext cx="4251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Time</a:t>
              </a:r>
            </a:p>
          </p:txBody>
        </p:sp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641B7FCB-49E5-4DF8-4A8B-3CB6F1B4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64"/>
          <a:stretch>
            <a:fillRect/>
          </a:stretch>
        </p:blipFill>
        <p:spPr>
          <a:xfrm>
            <a:off x="10324209" y="4192354"/>
            <a:ext cx="2171700" cy="1062818"/>
          </a:xfrm>
          <a:prstGeom prst="rect">
            <a:avLst/>
          </a:prstGeom>
        </p:spPr>
      </p:pic>
      <p:sp>
        <p:nvSpPr>
          <p:cNvPr id="124" name="Oval 123">
            <a:extLst>
              <a:ext uri="{FF2B5EF4-FFF2-40B4-BE49-F238E27FC236}">
                <a16:creationId xmlns:a16="http://schemas.microsoft.com/office/drawing/2014/main" id="{1D814F1A-43A6-C622-EEC6-3C67A4643A4F}"/>
              </a:ext>
            </a:extLst>
          </p:cNvPr>
          <p:cNvSpPr/>
          <p:nvPr/>
        </p:nvSpPr>
        <p:spPr>
          <a:xfrm>
            <a:off x="3629527" y="4160031"/>
            <a:ext cx="2152186" cy="21521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25D4A4E-3049-7079-7509-DF7CFEE6CA56}"/>
              </a:ext>
            </a:extLst>
          </p:cNvPr>
          <p:cNvSpPr txBox="1"/>
          <p:nvPr/>
        </p:nvSpPr>
        <p:spPr>
          <a:xfrm>
            <a:off x="3908873" y="4301593"/>
            <a:ext cx="1509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Land use and transportation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99C1C58E-FADC-E99D-F880-9274CC95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680" y="5021197"/>
            <a:ext cx="1056409" cy="1056409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778AAF98-B1A1-7FB6-8790-9119B58AE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833" y="4897821"/>
            <a:ext cx="1011620" cy="101162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03049DAA-391D-0D82-17ED-87CBEE27B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9812" y="1513489"/>
            <a:ext cx="966076" cy="966076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AA75F454-D190-E008-681C-0C779100620A}"/>
              </a:ext>
            </a:extLst>
          </p:cNvPr>
          <p:cNvSpPr txBox="1"/>
          <p:nvPr/>
        </p:nvSpPr>
        <p:spPr>
          <a:xfrm>
            <a:off x="2427887" y="1397876"/>
            <a:ext cx="124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Individual level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F96D9B0-8059-E469-B335-60A12F54E8C1}"/>
              </a:ext>
            </a:extLst>
          </p:cNvPr>
          <p:cNvSpPr txBox="1"/>
          <p:nvPr/>
        </p:nvSpPr>
        <p:spPr>
          <a:xfrm>
            <a:off x="2427887" y="4859090"/>
            <a:ext cx="124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Urban level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1341276A-860E-8BC9-5D71-675CB1EEDB7C}"/>
              </a:ext>
            </a:extLst>
          </p:cNvPr>
          <p:cNvSpPr/>
          <p:nvPr/>
        </p:nvSpPr>
        <p:spPr>
          <a:xfrm>
            <a:off x="5360273" y="2831697"/>
            <a:ext cx="1483532" cy="14835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B042FEC-AB4A-1C4D-E21B-556C328C32BF}"/>
              </a:ext>
            </a:extLst>
          </p:cNvPr>
          <p:cNvSpPr txBox="1"/>
          <p:nvPr/>
        </p:nvSpPr>
        <p:spPr>
          <a:xfrm>
            <a:off x="4078011" y="6324627"/>
            <a:ext cx="1250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Spatial dimension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E3A86C4-1075-C67C-3C4A-266A4B99E09C}"/>
              </a:ext>
            </a:extLst>
          </p:cNvPr>
          <p:cNvSpPr txBox="1"/>
          <p:nvPr/>
        </p:nvSpPr>
        <p:spPr>
          <a:xfrm>
            <a:off x="7012646" y="6324627"/>
            <a:ext cx="1250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Temporal dimension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13460D7-F465-980D-748C-8C1E0D4076AB}"/>
              </a:ext>
            </a:extLst>
          </p:cNvPr>
          <p:cNvSpPr txBox="1"/>
          <p:nvPr/>
        </p:nvSpPr>
        <p:spPr>
          <a:xfrm>
            <a:off x="5427390" y="3281076"/>
            <a:ext cx="134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Space-time accessibility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573747F-1B26-221D-BBFF-BA7D997C8323}"/>
              </a:ext>
            </a:extLst>
          </p:cNvPr>
          <p:cNvSpPr txBox="1"/>
          <p:nvPr/>
        </p:nvSpPr>
        <p:spPr>
          <a:xfrm>
            <a:off x="3878315" y="3120048"/>
            <a:ext cx="156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Person-based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C3E7150-FD0E-821F-4A63-161837919E6F}"/>
              </a:ext>
            </a:extLst>
          </p:cNvPr>
          <p:cNvSpPr txBox="1"/>
          <p:nvPr/>
        </p:nvSpPr>
        <p:spPr>
          <a:xfrm>
            <a:off x="4004439" y="3655535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Place-based</a:t>
            </a:r>
          </a:p>
        </p:txBody>
      </p:sp>
    </p:spTree>
    <p:extLst>
      <p:ext uri="{BB962C8B-B14F-4D97-AF65-F5344CB8AC3E}">
        <p14:creationId xmlns:p14="http://schemas.microsoft.com/office/powerpoint/2010/main" val="3158719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33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Chunjiang Li</dc:creator>
  <cp:lastModifiedBy>Chunjiang Li</cp:lastModifiedBy>
  <cp:revision>10</cp:revision>
  <dcterms:created xsi:type="dcterms:W3CDTF">2025-09-25T14:44:01Z</dcterms:created>
  <dcterms:modified xsi:type="dcterms:W3CDTF">2025-09-25T18:47:04Z</dcterms:modified>
</cp:coreProperties>
</file>